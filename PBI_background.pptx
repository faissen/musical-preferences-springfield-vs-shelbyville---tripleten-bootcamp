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E7878A-50BF-4FE5-B042-EA5CEC2F15BC}" type="datetimeFigureOut">
              <a:rPr lang="en-US" smtClean="0"/>
              <a:t>31-Dec-25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CD8B50-9A08-4789-AD3C-BD37D17F6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17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D8B50-9A08-4789-AD3C-BD37D17F688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842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55817-58BA-A17A-D3D9-8D8BB0CFDA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DE6CEA-066C-85B6-9A07-338CB3DCD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65189-00C3-42DD-A880-AE5B15049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2741-FEFF-4C53-95DB-C67CB6903311}" type="datetimeFigureOut">
              <a:rPr lang="en-US" smtClean="0"/>
              <a:t>31-Dec-25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48559-863B-0A94-6335-4FC52540B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39875-C912-9D06-E6FC-AFEF11342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80B92-4109-485D-8597-5827E8132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97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D7820-E25F-2494-1FD2-3232A4CE9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02647-BB8E-5989-0803-47A7DDC59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34ABB-B1FD-59FE-B639-6E5D05F9F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2741-FEFF-4C53-95DB-C67CB6903311}" type="datetimeFigureOut">
              <a:rPr lang="en-US" smtClean="0"/>
              <a:t>31-Dec-25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BFDE5-58F6-0DE4-1743-399A318BB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8E67F-7DA9-DEAD-8393-C09C0250E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80B92-4109-485D-8597-5827E8132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19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65195-1D54-DF41-7BE5-D49EE3060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16D31-B634-DBC8-E635-AC59CE894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AD505-4D62-555F-C245-942FE7060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2741-FEFF-4C53-95DB-C67CB6903311}" type="datetimeFigureOut">
              <a:rPr lang="en-US" smtClean="0"/>
              <a:t>31-Dec-25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F021C-7F40-97D0-45EE-4C6B9BF75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256A8-666E-8596-78BF-0F2F19BE3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80B92-4109-485D-8597-5827E8132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6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EE3EC-6F90-F54E-110B-9078575FD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8422-5F05-5854-EBB4-E215C93AF1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A927F9-CFC2-AED4-AF86-4EEA697802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A63AEE-69F9-603D-0129-C45FEAE2B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2741-FEFF-4C53-95DB-C67CB6903311}" type="datetimeFigureOut">
              <a:rPr lang="en-US" smtClean="0"/>
              <a:t>31-Dec-25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D1510F-44F2-F1F6-5D4E-847E31A74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D9ED9-659B-CB60-FE3F-24D8BFDE5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80B92-4109-485D-8597-5827E8132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61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5DCE0-75AE-0CA0-CD9B-9ACBE4FE6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3283D-1BAE-9915-AD56-C28D3F213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7A9DC3-7648-88C3-AC0D-2875A0BE3B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66D8F9-2F0E-1C29-7501-5DD07ACECB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B36662-E1E1-D144-2901-EA91AF6F32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F43A9D-E98A-5E38-EAEB-2361180B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2741-FEFF-4C53-95DB-C67CB6903311}" type="datetimeFigureOut">
              <a:rPr lang="en-US" smtClean="0"/>
              <a:t>31-Dec-25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1B0AD3-E50C-7FFB-93F2-387D7B195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DD9805-D0DD-946A-742C-8D213198E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80B92-4109-485D-8597-5827E8132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55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63D4F-BCC0-B1E0-AA1B-D595A3FBC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590257-C8E9-50F6-B436-9CF3DA84B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2741-FEFF-4C53-95DB-C67CB6903311}" type="datetimeFigureOut">
              <a:rPr lang="en-US" smtClean="0"/>
              <a:t>31-Dec-25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086736-8BBC-95EF-10CA-827BEB56E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DF24ED-0084-0B53-2D1D-1B61BC50B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80B92-4109-485D-8597-5827E8132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977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D9EA0B-0FE2-2555-58D9-0086DB183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2741-FEFF-4C53-95DB-C67CB6903311}" type="datetimeFigureOut">
              <a:rPr lang="en-US" smtClean="0"/>
              <a:t>31-Dec-25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E5A1DA-41BA-6BF2-0128-3F1AD86C6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9DC82-3151-DF21-76FF-E2101D418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80B92-4109-485D-8597-5827E8132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210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26C38-298E-A244-4C28-62F483643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1A952-82DC-9382-0E56-0AFC9EADA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033471-25F3-8B8E-3FE5-FC4ED5395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052D48-2657-FB9B-7875-B7426BC33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2741-FEFF-4C53-95DB-C67CB6903311}" type="datetimeFigureOut">
              <a:rPr lang="en-US" smtClean="0"/>
              <a:t>31-Dec-25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DD2134-487E-EF92-6A67-B9DC79C13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D6F57-8DEA-2019-7DF5-39F272B9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80B92-4109-485D-8597-5827E8132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57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2E332-E8F0-445B-3EF1-BBBF884B9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F31A33-23FD-0BAE-D194-BB714D521B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6F1B7F-FA93-11F3-6434-BD67301E5C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DA6D7-2FDA-59FC-D385-87527F8D4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2741-FEFF-4C53-95DB-C67CB6903311}" type="datetimeFigureOut">
              <a:rPr lang="en-US" smtClean="0"/>
              <a:t>31-Dec-25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A080DB-E597-2B07-18CA-5280030BB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70D86-D470-E94D-4C81-7C1DD5874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80B92-4109-485D-8597-5827E8132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795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5CD77-30B9-8C42-1FFE-C1A9FCFF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1806A1-49CC-771E-D011-7447D096AE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D755C-6A02-F533-6430-24E6D6A1B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2741-FEFF-4C53-95DB-C67CB6903311}" type="datetimeFigureOut">
              <a:rPr lang="en-US" smtClean="0"/>
              <a:t>31-Dec-25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8E8BE-8ABE-4372-7706-5595674B0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04AA5-5C9D-1E3B-FDCA-612A82DBC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80B92-4109-485D-8597-5827E8132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003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ED30A9-0AF4-3E17-3BDF-9858050243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2FD6EB-06EB-22EB-3248-D541338FE4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A6EA1-97D4-6DDA-7C04-577BB91B3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2741-FEFF-4C53-95DB-C67CB6903311}" type="datetimeFigureOut">
              <a:rPr lang="en-US" smtClean="0"/>
              <a:t>31-Dec-25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39C6E-FB57-B007-FB37-5BF2724AE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CCD28-5E0B-28E5-4E90-478C4F8C9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80B92-4109-485D-8597-5827E8132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693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205A8B-85A5-FD78-D0AD-40EE0A836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98FC0F-5E73-4D36-471D-D9C4B99EA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F0D50-616C-1AB3-E36E-786FE51DB6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D12741-FEFF-4C53-95DB-C67CB6903311}" type="datetimeFigureOut">
              <a:rPr lang="en-US" smtClean="0"/>
              <a:t>31-Dec-25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EC7CA-9036-6F15-C2CC-830D626721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2F430-50F7-CA8C-1D35-EA1B4D800D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A80B92-4109-485D-8597-5827E8132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897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A3719ED-0B5D-4076-5DC6-1BEEFF667D63}"/>
              </a:ext>
            </a:extLst>
          </p:cNvPr>
          <p:cNvSpPr/>
          <p:nvPr/>
        </p:nvSpPr>
        <p:spPr>
          <a:xfrm>
            <a:off x="1" y="712838"/>
            <a:ext cx="2168014" cy="6145161"/>
          </a:xfrm>
          <a:prstGeom prst="rect">
            <a:avLst/>
          </a:prstGeom>
          <a:solidFill>
            <a:schemeClr val="accent1">
              <a:shade val="30000"/>
              <a:satMod val="1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240458-D1DD-E558-902D-E0432AA8433C}"/>
              </a:ext>
            </a:extLst>
          </p:cNvPr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chemeClr val="accent1">
              <a:shade val="30000"/>
              <a:satMod val="1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C10FAB-3480-44B3-6A8C-F5C7EB44F316}"/>
              </a:ext>
            </a:extLst>
          </p:cNvPr>
          <p:cNvSpPr/>
          <p:nvPr/>
        </p:nvSpPr>
        <p:spPr>
          <a:xfrm>
            <a:off x="2168014" y="737777"/>
            <a:ext cx="10023986" cy="61451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F71C66B-2BFC-F75D-EB4A-4A941EBF2226}"/>
              </a:ext>
            </a:extLst>
          </p:cNvPr>
          <p:cNvSpPr/>
          <p:nvPr/>
        </p:nvSpPr>
        <p:spPr>
          <a:xfrm>
            <a:off x="14748" y="812392"/>
            <a:ext cx="2094270" cy="73152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374BD5A-9488-EB8C-4A6C-BD06EDB77427}"/>
              </a:ext>
            </a:extLst>
          </p:cNvPr>
          <p:cNvSpPr/>
          <p:nvPr/>
        </p:nvSpPr>
        <p:spPr>
          <a:xfrm>
            <a:off x="29496" y="1737847"/>
            <a:ext cx="2064774" cy="146304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66E7B37-787E-A358-6772-3ADF6DBD255D}"/>
              </a:ext>
            </a:extLst>
          </p:cNvPr>
          <p:cNvSpPr/>
          <p:nvPr/>
        </p:nvSpPr>
        <p:spPr>
          <a:xfrm>
            <a:off x="29496" y="3394822"/>
            <a:ext cx="2094270" cy="73152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9F24B14-5D75-31EB-B2F1-DE90C6F1DB6A}"/>
              </a:ext>
            </a:extLst>
          </p:cNvPr>
          <p:cNvSpPr/>
          <p:nvPr/>
        </p:nvSpPr>
        <p:spPr>
          <a:xfrm>
            <a:off x="29496" y="4320277"/>
            <a:ext cx="2094270" cy="73152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46D7521-29BC-E583-5D7D-0C2829868C01}"/>
              </a:ext>
            </a:extLst>
          </p:cNvPr>
          <p:cNvSpPr/>
          <p:nvPr/>
        </p:nvSpPr>
        <p:spPr>
          <a:xfrm>
            <a:off x="2123770" y="52846"/>
            <a:ext cx="10023986" cy="62030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864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Faissen Lordeiro</dc:creator>
  <cp:lastModifiedBy>Faissen Lordeiro</cp:lastModifiedBy>
  <cp:revision>6</cp:revision>
  <dcterms:created xsi:type="dcterms:W3CDTF">2025-12-31T16:07:19Z</dcterms:created>
  <dcterms:modified xsi:type="dcterms:W3CDTF">2025-12-31T16:53:07Z</dcterms:modified>
</cp:coreProperties>
</file>